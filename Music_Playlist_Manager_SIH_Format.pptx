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MUSIC PLAYLIST MANAGER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8E61DF-C7F3-4064-8121-827B5FB4E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975"/>
            <a:ext cx="12607106" cy="638385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MUSIC PLAYLIST MANAGER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Music Playlist Manager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8ABDE6-44FC-44A9-AAA8-3B94FAB2BE0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739"/>
          <a:stretch/>
        </p:blipFill>
        <p:spPr>
          <a:xfrm>
            <a:off x="0" y="1143000"/>
            <a:ext cx="12192000" cy="516074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665F66-4F54-466E-8085-B7B4977D8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430" y="339829"/>
            <a:ext cx="10693138" cy="60141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Music Playlist Manager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935C37-87B1-4B1A-9663-5A143FF87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94441" y="-32100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Music Playlist Manager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D7744D-7DBE-4AE9-B178-42185350E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47625"/>
            <a:ext cx="12192000" cy="68571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05905" y="-36813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Music Playlist Manager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Music Playlist Manager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36FA1B-8D50-4038-BB90-0341D38CCC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67" t="25701" r="5000" b="21371"/>
          <a:stretch/>
        </p:blipFill>
        <p:spPr>
          <a:xfrm>
            <a:off x="678730" y="1762813"/>
            <a:ext cx="10903670" cy="36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7515</TotalTime>
  <Words>42</Words>
  <Application>Microsoft Office PowerPoint</Application>
  <PresentationFormat>Widescreen</PresentationFormat>
  <Paragraphs>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MUSIC PLAYLIST MANAGER</vt:lpstr>
      <vt:lpstr>MUSIC PLAYLIST MANAGER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152</cp:revision>
  <dcterms:created xsi:type="dcterms:W3CDTF">2013-12-12T18:46:50Z</dcterms:created>
  <dcterms:modified xsi:type="dcterms:W3CDTF">2026-09-29T06:52:44Z</dcterms:modified>
  <cp:category/>
</cp:coreProperties>
</file>